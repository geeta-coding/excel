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E77C-D8B4-390B-E4C4-2009825A2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5C0C1-A707-E4DC-B9BD-E9C130CD8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C733-56E4-60D6-BCFE-E77EBEFA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D37D-1395-238D-CEC6-502E8DEE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6FF4F-24D5-1E5A-FCB4-CEDB46F7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2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0631-1592-A223-2535-8E597737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57FF-4D29-11B2-6B79-115F633E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5C56-B9A0-EBEB-5F13-53800185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6FD5B-93D6-8965-7AAC-461500E2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9EE64-6895-F46B-C99D-C9060301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0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6906E-B6A5-948E-4D87-E50DCDB3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0989C-D477-B883-5DB2-18928B31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BDF54-C6C0-5548-A30F-98CFD931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DB071-9684-4308-8108-63497954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7242-E7E9-0A38-16F7-0251C3C9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48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752D-382D-96CD-6657-6C1A4612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1D28-2F4A-810E-A092-5AF42D083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3E170-612C-D2A7-F3B0-E8A9E199E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D1008-C394-0999-E823-C200F9F0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A5F2B-F690-5783-9CF5-589C5190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287E1-3726-D9CD-7DF7-9019906D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6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FA49-75DA-4523-DEF9-F4DEF1F7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767F8-4022-AA03-1E6F-FB3AB18E4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8C673-1C51-4D44-C68C-536D8EB6A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6814C-9850-52CC-594A-E8AFAED55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CAD4EA-ACC7-CF1C-F717-B51C0C62F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5C17E-78AC-92CC-FFFA-13309A89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A8922-F311-6B69-DD3A-CFFEE983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4B521-68D6-3020-5361-5E612820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5CF4-9DB8-A25D-4F00-9B1CA063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53985-1AB6-2006-7760-8ED78E6A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0697B-672B-A269-EE86-5D4590CD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F280E-0676-EF5E-B89F-03B1BB1A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60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62255-4ABD-5D00-7A9D-1F74CB17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7BD2F-37FE-2209-8CE8-FA24F6A5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14619-6113-D884-5599-C9573223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91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4333-6FA2-7EC9-9CDD-349CB0D90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A296-EC9F-9D07-2C99-9A0755C4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7EF95-D44B-C30C-313A-950F2D9E7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C42F0-058C-09BE-4211-A784F79E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B4A72-A6C2-187E-CF1F-769AB9A3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AF3F5-BC82-E776-C34D-C3BE5084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16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847F-2C53-0316-8B04-99DC7D7C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10D71C-F425-7244-53AC-4790CB3150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C637D-6262-F5B8-0451-C12CD7A55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CDD76-7E1C-0662-9E8E-9EB21985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95C8B-A2E2-4130-A094-5B876503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68FB5-4410-A49F-703F-B9503304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35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A9AF-E163-F184-51F8-1E2C084D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2A448-1EC9-BA34-4F7D-CB284CF46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72333-8930-F5D2-099B-A247470E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104F8-26AC-577D-5EF5-2B26CB0B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4B61-E0FE-7206-D953-FE18B7ED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90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238AC-0BED-A8CD-F4D0-2901FBC9E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327A8-9D3F-2D0B-1F0E-E72D94A39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FE243-6ED1-56EA-6FA9-EAA13A0F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CBAC3-77D2-D398-775A-34C90759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1072-6D34-765B-94CF-B1AA4F96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27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4E5E-4F0C-795D-A944-85768072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3F2FF-59F0-4E4A-4527-B1BED2D7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EB9D-BED2-1E2F-767D-7AD7F9D87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AB574-54AE-4756-9BAB-D43360750D4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C946-41BC-5ACA-A349-2D3BFDA3A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6C98E-0CFF-B4C3-44B8-EDEBB3785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26002-DF6F-450C-BAB0-AC36F9EB6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74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875A26-D49C-5744-DED6-4C1F77D56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6"/>
            <a:ext cx="12192000" cy="6853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F9D31-A774-BA52-B9BE-378EB1571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201"/>
            <a:ext cx="12192000" cy="659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6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1</cp:revision>
  <dcterms:created xsi:type="dcterms:W3CDTF">2026-10-02T07:43:25Z</dcterms:created>
  <dcterms:modified xsi:type="dcterms:W3CDTF">2026-10-02T07:46:58Z</dcterms:modified>
</cp:coreProperties>
</file>